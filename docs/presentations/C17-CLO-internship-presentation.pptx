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  <p:defaultTextStyle>
    <a:defPPr/>
    <a:lvl1pPr marL="0" algn="l">
      <a:defRPr lang="vi-VN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17 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3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4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5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6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7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8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slide9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slide10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slide1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8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9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10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-1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17 Security">
  <a:themeElements>
    <a:clrScheme name="C17">
      <a:dk1>
        <a:sysClr val="windowText" lastClr="000000"/>
      </a:dk1>
      <a:lt1>
        <a:sysClr val="window" lastClr="FFFFFF"/>
      </a:lt1>
      <a:dk2>
        <a:srgbClr val="091321"/>
      </a:dk2>
      <a:lt2>
        <a:srgbClr val="F4F8FB"/>
      </a:lt2>
      <a:accent1>
        <a:srgbClr val="5DE3C5"/>
      </a:accent1>
      <a:accent2>
        <a:srgbClr val="5AB9F4"/>
      </a:accent2>
      <a:accent3>
        <a:srgbClr val="F2B45F"/>
      </a:accent3>
      <a:accent4>
        <a:srgbClr val="F47B7B"/>
      </a:accent4>
      <a:accent5>
        <a:srgbClr val="102238"/>
      </a:accent5>
      <a:accent6>
        <a:srgbClr val="142B44"/>
      </a:accent6>
      <a:hlink>
        <a:srgbClr val="5AB9F4"/>
      </a:hlink>
      <a:folHlink>
        <a:srgbClr val="F2B45F"/>
      </a:folHlink>
    </a:clrScheme>
    <a:fontScheme name="C17">
      <a:majorFont>
        <a:latin typeface="DejaVu Sans"/>
      </a:majorFont>
      <a:minorFont>
        <a:latin typeface="DejaVu Sans"/>
      </a:minorFont>
    </a:fontScheme>
    <a:fmtScheme name="C17">
      <a:fillStyleLst/>
      <a:lnStyleLst/>
      <a:effectStyleLst/>
      <a:bgFillStyleLst/>
    </a:fmtScheme>
  </a:themeElements>
</a:theme>
</file>